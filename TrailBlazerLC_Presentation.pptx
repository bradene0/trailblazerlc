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9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20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React logo (Wikimedia Commons): https://commons.wikimedia.org/wiki/File:React-icon.svg
- Spring Boot logo (Wikimedia Commons): https://commons.wikimedia.org/wiki/File:Spring_Boot.svg
- H2 logo (Wikimedia Commons): https://commons.wikimedia.org/wiki/File:H2_logo.png
- Auth0 logo (Wikimedia Commons): https://commons.wikimedia.org/wiki/File:Logo_de_Auth0.svg
- Mapbox logo (Wikimedia Commons): https://commons.wikimedia.org/wiki/File:Mapbox_logo_2019.svg
- OpenWeatherMap logo (Wikimedia Commons): https://commons.wikimedia.org/wiki/File:OpenWeatherMap_logo.png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React logo: https://commons.wikimedia.org/wiki/File:React-icon.svg
- Spring Boot logo: https://commons.wikimedia.org/wiki/File:Spring_Boot.svg
- H2 logo: https://commons.wikimedia.org/wiki/File:H2_logo.png
- MySQL icon: https://commons.wikimedia.org/wiki/File:Mysql.svg
- Auth0 logo: https://commons.wikimedia.org/wiki/File:Logo_de_Auth0.svg
- Mapbox logo: https://commons.wikimedia.org/wiki/File:Mapbox_logo_2019.svg
- OpenWeatherMap logo: https://commons.wikimedia.org/wiki/File:OpenWeatherMap_logo.png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React logo: https://commons.wikimedia.org/wiki/File:React-icon.svg
- Spring Boot logo: https://commons.wikimedia.org/wiki/File:Spring_Boot.svg
- H2 logo: https://commons.wikimedia.org/wiki/File:H2_logo.png
- Mapbox logo: https://commons.wikimedia.org/wiki/File:Mapbox_logo_2019.svg
- OpenWeatherMap logo: https://commons.wikimedia.org/wiki/File:OpenWeatherMap_logo.png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094415" cy="4480560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0F3D2E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88720" y="1417320"/>
            <a:ext cx="98142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TrailBlazersLC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88720" y="224028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— architecture, data model, APIs, and patterns</a:t>
            </a:r>
            <a:endParaRPr lang="en-US" sz="1800" dirty="0"/>
          </a:p>
        </p:txBody>
      </p:sp>
      <p:pic>
        <p:nvPicPr>
          <p:cNvPr id="5" name="Image 0" descr="/mnt/data/TrailBlazerLC_ppt_asset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971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30815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(UI)</a:t>
            </a:r>
            <a:endParaRPr lang="en-US" sz="1200" dirty="0"/>
          </a:p>
        </p:txBody>
      </p:sp>
      <p:pic>
        <p:nvPicPr>
          <p:cNvPr id="7" name="Image 1" descr="/mnt/data/TrailBlazerLC_ppt_assets/springb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9718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00600" y="30815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(API)</a:t>
            </a:r>
            <a:endParaRPr lang="en-US" sz="1200" dirty="0"/>
          </a:p>
        </p:txBody>
      </p:sp>
      <p:pic>
        <p:nvPicPr>
          <p:cNvPr id="9" name="Image 2" descr="/mnt/data/TrailBlazerLC_ppt_assets/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97180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0" y="30815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/ MySQL (DB)</a:t>
            </a:r>
            <a:endParaRPr lang="en-US" sz="1200" dirty="0"/>
          </a:p>
        </p:txBody>
      </p:sp>
      <p:pic>
        <p:nvPicPr>
          <p:cNvPr id="11" name="Image 3" descr="/mnt/data/TrailBlazerLC_ppt_assets/auth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53" y="3703320"/>
            <a:ext cx="805707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28800" y="3813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(login)</a:t>
            </a:r>
            <a:endParaRPr lang="en-US" sz="1200" dirty="0"/>
          </a:p>
        </p:txBody>
      </p:sp>
      <p:pic>
        <p:nvPicPr>
          <p:cNvPr id="13" name="Image 4" descr="/mnt/data/TrailBlazerLC_ppt_assets/map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2106" y="3703320"/>
            <a:ext cx="1017054" cy="548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00600" y="3813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(maps)</a:t>
            </a:r>
            <a:endParaRPr lang="en-US" sz="1200" dirty="0"/>
          </a:p>
        </p:txBody>
      </p:sp>
      <p:pic>
        <p:nvPicPr>
          <p:cNvPr id="15" name="Image 5" descr="/mnt/data/TrailBlazerLC_ppt_assets/openweath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703320"/>
            <a:ext cx="548640" cy="5486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72400" y="38130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(weather)</a:t>
            </a:r>
            <a:endParaRPr lang="en-US" sz="1200" dirty="0"/>
          </a:p>
        </p:txBody>
      </p:sp>
      <p:sp>
        <p:nvSpPr>
          <p:cNvPr id="18" name="Shape 1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TrailBlazersLC • Documentation Presentation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What this project 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Low-level explanations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15258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(non‑technical)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87517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trip journal for Missouri state parks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parks and see them on a map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plants and animals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Trips with notes and what you saw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weather for a park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8218" y="960120"/>
            <a:ext cx="3515258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58258" y="118872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level (junior dev)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8258" y="1600200"/>
            <a:ext cx="287517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(port 3000) calls a Spring REST API (port 8080)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uses JPA repositories to read/write Trips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(plants/animals/parks) is seeded from CSV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also calls OpenWeather directly for weather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7797" y="960120"/>
            <a:ext cx="3515258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47837" y="118872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(implementation)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47837" y="1600200"/>
            <a:ext cx="287517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 3.x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 maps entities → tables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DB: in‑memory H2 (MySQL mode)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CRUD endpoints under /trips/*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 for http://localhost:3000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purpose and runtime pieces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Tech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database, and external services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715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TrailBlazerLC_ppt_asset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07592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188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152704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• react-router-dom • styled-components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91640" y="18013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state + effects to fetch and render API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5715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/mnt/data/TrailBlazerLC_ppt_assets/springb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07792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88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(Spring Boot)/Java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3127248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 (REST) • Spring Data JPA • Validation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691640" y="34015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Repositories → JPA/Hibernate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71500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mnt/data/TrailBlazerLC_ppt_assets/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98848"/>
            <a:ext cx="868680" cy="475488"/>
          </a:xfrm>
          <a:prstGeom prst="rect">
            <a:avLst/>
          </a:prstGeom>
        </p:spPr>
      </p:pic>
      <p:pic>
        <p:nvPicPr>
          <p:cNvPr id="17" name="Image 3" descr="/mnt/data/TrailBlazerLC_ppt_assets/my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4407408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88920" y="4389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2788920" y="4727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H2 in-memory (MySQL mode) • Optional: MySQL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2788920" y="5001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from CSV on startup (DataSeeder)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537960" y="960120"/>
            <a:ext cx="5105095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858000" y="1188720"/>
            <a:ext cx="4465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used</a:t>
            </a:r>
            <a:endParaRPr lang="en-US" sz="1600" dirty="0"/>
          </a:p>
        </p:txBody>
      </p:sp>
      <p:pic>
        <p:nvPicPr>
          <p:cNvPr id="23" name="Image 4" descr="/mnt/data/TrailBlazerLC_ppt_assets/aut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709928"/>
            <a:ext cx="914400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63840" y="1664208"/>
            <a:ext cx="34591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Auth0: login/logout + profile display (frontend)</a:t>
            </a:r>
            <a:endParaRPr lang="en-US" sz="1200" dirty="0"/>
          </a:p>
        </p:txBody>
      </p:sp>
      <p:pic>
        <p:nvPicPr>
          <p:cNvPr id="25" name="Image 5" descr="/mnt/data/TrailBlazerLC_ppt_assets/mapbo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2350008"/>
            <a:ext cx="1097280" cy="2103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46720" y="2258568"/>
            <a:ext cx="3276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GL: park map + listings + filtering</a:t>
            </a:r>
            <a:endParaRPr lang="en-US" sz="1200" dirty="0"/>
          </a:p>
        </p:txBody>
      </p:sp>
      <p:pic>
        <p:nvPicPr>
          <p:cNvPr id="27" name="Image 6" descr="/mnt/data/TrailBlazerLC_ppt_assets/openweath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953512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0" y="2916936"/>
            <a:ext cx="38249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OpenWeather: weather fetched directly from browser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858000" y="3703320"/>
            <a:ext cx="446501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/>
          <p:nvPr/>
        </p:nvSpPr>
        <p:spPr>
          <a:xfrm>
            <a:off x="7132320" y="3840480"/>
            <a:ext cx="39163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security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7132320" y="4142232"/>
            <a:ext cx="39163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current code, Auth0 is frontend-only.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trusts userName from the client.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are hard-coded and should be moved to env vars for real deployments.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summary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How the parts interact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↔ Spring Boot ↔ Database, plus direct external API calls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918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TrailBlazerLC_ppt_asset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136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(React UI)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057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+ pages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→ fetch()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0520" y="1463040"/>
            <a:ext cx="32918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mnt/data/TrailBlazerLC_ppt_assets/springb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01368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166360" y="2057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Repos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REST endpoints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0" y="1463040"/>
            <a:ext cx="32918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TrailBlazerLC_ppt_assets/h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801368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778240" y="2057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 MySQL)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858768" y="2029968"/>
            <a:ext cx="283464" cy="320040"/>
          </a:xfrm>
          <a:prstGeom prst="rightArrow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470648" y="2029968"/>
            <a:ext cx="283464" cy="320040"/>
          </a:xfrm>
          <a:prstGeom prst="rightArrow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858768" y="1682496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HTTP (fetch)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470648" y="1682496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965960" y="3154680"/>
            <a:ext cx="502920" cy="548640"/>
          </a:xfrm>
          <a:prstGeom prst="downArrow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143000" y="3703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updates state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UI re-renders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270248"/>
            <a:ext cx="11094415" cy="1947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68680" y="422452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request flow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005840" y="4590288"/>
            <a:ext cx="101800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React page mounts → useEffect()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fetch() calls Spring endpoint (e.g., /plants)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Controller calls repository (findAll/save)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JPA reads/writes database rows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JSON response → setState(...)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UI re-renders with fresh data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browser calls Mapbox/OpenWeather directly for maps + weather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Backend (Spring Boot)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where: controllers, repositories, entities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515258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(REST)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87517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HomeController: /health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PlantsController: /plants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FaunaListController: /animals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GeolocationsController: /parks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TripsController: /trips/* CRUD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8218" y="960120"/>
            <a:ext cx="3515258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58258" y="118872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(JPA)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58258" y="1600200"/>
            <a:ext cx="287517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PlantsRepository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FaunaRepository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GeolocationsRepository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TripsRepository (findByUserName)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TripsFPRepository (duplicate)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7797" y="960120"/>
            <a:ext cx="3515258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47837" y="1188720"/>
            <a:ext cx="28751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+ DTO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47837" y="1600200"/>
            <a:ext cx="287517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TripsFPDTO (payload helper)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anatomy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Java objects &amp; data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DTOs, and what they represent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80644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(tables)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536192"/>
            <a:ext cx="5440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Trips: user-created journal entries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Plants: reference plant catalog (seeded)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Fauna: reference animal catalog (seeded)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Geolocations: parks + lat/lon + URL (seeded)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AbstractEntity: base id + equality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493008"/>
            <a:ext cx="5440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↔ Plants: Many-to-Many (join table)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↔ Fauna: Many-to-Many (join table)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Geolocations: standalone (Trips.location currently a string)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960120"/>
            <a:ext cx="5013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1106424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1417320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tripName, location, date, notes, userName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709928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plants[], fauna[] (owning side)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2313432"/>
            <a:ext cx="5013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2459736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770632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scientificName, commonName, family, image…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063240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trips[] (mappedBy)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3666744"/>
            <a:ext cx="5013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3813048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4123944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scientificName, commonName, family, status, image…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4416552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trips[] (mappedBy)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5020056"/>
            <a:ext cx="5013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5166360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5477256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name, latitude, longitude, url, short_name…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5769864"/>
            <a:ext cx="45564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Relations: no relations today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objects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Parent/child &amp; relationship rules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side vs mappedBy (how join tables work)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in plain English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think about “parent/child” in JPA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87188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7471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5642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“parent” is the thing you manage first.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“child” is attached to the parent.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Many-to-Many, both sides are peers.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JPA still chooses an “owning side”.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7471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846320"/>
            <a:ext cx="45642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is the “closest thing” to the parent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Trips owns the join tables.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and Fauna are shared lookup lists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many Trips can reference.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874520"/>
            <a:ext cx="5387188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5908" y="2103120"/>
            <a:ext cx="47471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(JPA rules)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67348" y="2560320"/>
            <a:ext cx="45642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side = the class without mappedBy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owning side controls join table updates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side uses mappedBy to point back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@JsonBackReference to avoid infinite JSON loops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75908" y="4206240"/>
            <a:ext cx="4747108" cy="1691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04508" y="4370832"/>
            <a:ext cx="42899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Trips (owning side)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@ManyToMany private List&lt;Plants&gt; plants;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@ManyToMany private List&lt;Fauna&gt; fauna;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Plants/Fauna (inverse)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@ManyToMany(mappedBy = "plants")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List&lt;Trips&gt; trips;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owning side matters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API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React uses to load and save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94415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(local): http://localhost:8080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0454335" cy="2148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764792"/>
            <a:ext cx="9997135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/health                         → backend up check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/parks                          → Geolocations (parks)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/plants                         → Plants catalog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/animals                        → Fauna catalog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/trips/all/{userName}           → all trips for a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/trips/add                      → create a trip (TripsFPDTO)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/trips/update/{id}              → update a trip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 /trips/delete/{id}              → delete a trip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create a Trip (TripsFPDTO)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187952"/>
            <a:ext cx="10454335" cy="2057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352544"/>
            <a:ext cx="9997135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/trips/add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"tripName": "Weekend hike",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"location": "Ha Ha Tonka State Park",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"2025-12-12",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"notes": "Saw a deer",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"plants": [{"id": 1}],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"fauna":  [{"id": 99}],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"userName": "Your Name"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REST API surface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Adding a new object (Entity) end-to-end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create, expose, and use new data types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47471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steps (Spring Boot)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45642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Create Entity class (e.g., Trail extends AbstractEntity)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Add relationships (@ManyToOne, @OneToMany, @ManyToMany)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Create Repository (extends JpaRepository)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Create Controller with routes (GET/POST/PUT/DELETE)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(Optional) Seed from CSV in DataSeeder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If used in Trip form: update Trips + TripsFPDTO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4747108" cy="2057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3913632"/>
            <a:ext cx="42899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Trail extends AbstractEntity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double miles;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@ManyToOne private Geolocations park;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TrailRepository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extends JpaRepository&lt;Trail, Integer&gt; {}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960120"/>
            <a:ext cx="5387188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75908" y="1188720"/>
            <a:ext cx="47471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steps (React)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7348" y="1645920"/>
            <a:ext cx="45642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Create a page/component (Trails.js)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useEffect → fetch GET /trails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Store results with useState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Render list / details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Add route in App.js and link in Header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If selectable in Trip form: fetch list + include ids in payload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75908" y="3749040"/>
            <a:ext cx="4747108" cy="2057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4508" y="3913632"/>
            <a:ext cx="428990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(async 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= await fetch("http://localhost:8080/trails");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json = await res.json();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setTrails(json);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extend the domain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Error handling with try/catch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appears and recommended patterns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387188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47471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(backend)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45642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DataSeeder wraps seed stages in try/catch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closes CSV readers automatically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bad CSV row shouldn’t stop app startup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4747108" cy="2834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999232"/>
            <a:ext cx="42899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seedPlants();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System.out.println("Plants seed failed: " + e.getMessage());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(Reader r = Files.newBufferedReader(path);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CSVParser p = CSVFormat.DEFAULT.withFirstRecordAsHeader().parse(r))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parse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5868" y="960120"/>
            <a:ext cx="5387188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75908" y="1188720"/>
            <a:ext cx="47471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(frontend)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7348" y="1645920"/>
            <a:ext cx="45642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async fetch in try/catch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response.ok for HTTP failures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user-friendly message or fallback 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75908" y="2834640"/>
            <a:ext cx="4747108" cy="2834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04508" y="2999232"/>
            <a:ext cx="42899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throw new Error(`HTTP ${res.status}`);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json = await res.json();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setData(json);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console.error("Load failed", err);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setError(true);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instead of crashing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async/await + React state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pages load data and re-render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94415" cy="1874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1556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444752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lets the app “wait for the network” without messy callbacks.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(useState) is the page’s memory; when you call the setter, the UI redraws.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51525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page “memory” (lists, selections, form fields).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set state, React re-renders.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2971800"/>
            <a:ext cx="351525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2538" y="3136392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2538" y="347472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side effects after render.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use: load data once with [] dependencies.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7797" y="2971800"/>
            <a:ext cx="351525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02117" y="3136392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fetch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02117" y="347472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network calls to finish.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try/catch + response.ok + setState(json).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pattern (used across Plants / Animals / Trips pages)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94415" cy="16002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782312"/>
            <a:ext cx="1063721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[data, setData] = useState([]);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(async 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res = await fetch(url);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(!res.ok) throw new Error(`HTTP ${res.status}`);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json = await res.json();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setData(json);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console.error(e);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loading + state-driven rendering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11) Functions &amp; definitions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code: functions, methods, callbacks, components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410048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(JavaScript)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18488"/>
            <a:ext cx="476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action you can call.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date helpers, filter helpers, event handlers.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3008" y="960120"/>
            <a:ext cx="5410048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53048" y="118872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(Java)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3048" y="1618488"/>
            <a:ext cx="476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belongs to a class.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controller endpoints, getters/setters, repository calls.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410048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224528"/>
            <a:ext cx="476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passed into another function to run later.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useEffect(() =&gt; ...), onClick(() =&gt; ...).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3566160"/>
            <a:ext cx="5410048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53048" y="379476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function component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3048" y="4224528"/>
            <a:ext cx="47699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returns UI (JSX).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hooks (useState/useEffect) to load data and render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19963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dateBuilder(d) {...}  •  TripsController.updateTrip(...)  •  useEffect(() =&gt; {...}, [])  •  const Plants = () =&gt; &lt;div /&gt;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+ wrap-up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45775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2365</Words>
  <Application>Microsoft Office PowerPoint</Application>
  <PresentationFormat>Widescreen</PresentationFormat>
  <Paragraphs>305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TrailBlazerLC Docs Generator</dc:creator>
  <cp:lastModifiedBy>Braden Evans</cp:lastModifiedBy>
  <cp:revision>2</cp:revision>
  <dcterms:created xsi:type="dcterms:W3CDTF">2025-12-12T18:36:56Z</dcterms:created>
  <dcterms:modified xsi:type="dcterms:W3CDTF">2025-12-12T18:47:02Z</dcterms:modified>
</cp:coreProperties>
</file>